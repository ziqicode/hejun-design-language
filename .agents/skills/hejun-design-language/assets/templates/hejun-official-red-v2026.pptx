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>
  <p:sldMasterIdLst>
    <p:sldMasterId id="2147483648" r:id="rId1"/>
  </p:sldMasterIdLst>
  <p:notesMasterIdLst>
    <p:notesMasterId r:id="rId7"/>
  </p:notesMasterIdLst>
  <p:handoutMasterIdLst>
    <p:handoutMasterId r:id="rId8"/>
  </p:handoutMasterIdLst>
  <p:sldIdLst>
    <p:sldId id="402" r:id="rId2"/>
    <p:sldId id="258" r:id="rId3"/>
    <p:sldId id="411" r:id="rId4"/>
    <p:sldId id="409" r:id="rId5"/>
    <p:sldId id="308" r:id="rId6"/>
  </p:sldIdLst>
  <p:sldSz cx="12192000" cy="6858000"/>
  <p:notesSz cx="7104063" cy="10234613"/>
  <p:embeddedFontLst>
    <p:embeddedFont>
      <p:font typeface="宋体" panose="02010600030101010101" pitchFamily="2" charset="-122"/>
      <p:regular r:id="rId9"/>
    </p:embeddedFont>
    <p:embeddedFont>
      <p:font typeface="Calibri" panose="020F0502020204030204" pitchFamily="34" charset="0"/>
      <p:regular r:id="rId10"/>
      <p:bold r:id="rId11"/>
      <p:italic r:id="rId12"/>
      <p:boldItalic r:id="rId13"/>
    </p:embeddedFont>
    <p:embeddedFont>
      <p:font typeface="HarmonyOS Sans" pitchFamily="2" charset="0"/>
      <p:regular r:id="rId14"/>
      <p:bold r:id="rId15"/>
      <p:italic r:id="rId16"/>
      <p:boldItalic r:id="rId17"/>
    </p:embeddedFont>
    <p:embeddedFont>
      <p:font typeface="HarmonyOS Sans SC Bold" pitchFamily="2" charset="-122"/>
      <p:regular r:id="rId18"/>
      <p:bold r:id="rId19"/>
    </p:embeddedFont>
    <p:embeddedFont>
      <p:font typeface="HarmonyOS Sans SC Light" pitchFamily="2" charset="-122"/>
      <p:regular r:id="rId20"/>
    </p:embeddedFont>
    <p:embeddedFont>
      <p:font typeface="HarmonyOS Sans SC Regular" pitchFamily="2" charset="-122"/>
      <p:regular r:id="rId21"/>
      <p:bold r:id="rId22"/>
    </p:embeddedFont>
  </p:embeddedFont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51" userDrawn="1">
          <p15:clr>
            <a:srgbClr val="A4A3A4"/>
          </p15:clr>
        </p15:guide>
        <p15:guide id="2" pos="3591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D9FF"/>
    <a:srgbClr val="107893"/>
    <a:srgbClr val="F8EFE2"/>
    <a:srgbClr val="B89885"/>
    <a:srgbClr val="B3272B"/>
    <a:srgbClr val="D7544C"/>
    <a:srgbClr val="D5524A"/>
    <a:srgbClr val="CE4C46"/>
    <a:srgbClr val="F7D8BB"/>
    <a:srgbClr val="F0E7D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614" autoAdjust="0"/>
    <p:restoredTop sz="95510" autoAdjust="0"/>
  </p:normalViewPr>
  <p:slideViewPr>
    <p:cSldViewPr snapToGrid="0" showGuides="1">
      <p:cViewPr varScale="1">
        <p:scale>
          <a:sx n="122" d="100"/>
          <a:sy n="122" d="100"/>
        </p:scale>
        <p:origin x="680" y="200"/>
      </p:cViewPr>
      <p:guideLst>
        <p:guide orient="horz" pos="351"/>
        <p:guide pos="3591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0" y="0"/>
    </p:cViewPr>
  </p:notesTextViewPr>
  <p:gridSpacing cx="72000" cy="720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handoutMaster" Target="handoutMasters/handoutMaster1.xml"/><Relationship Id="rId13" Type="http://schemas.openxmlformats.org/officeDocument/2006/relationships/font" Target="fonts/font5.fntdata"/><Relationship Id="rId18" Type="http://schemas.openxmlformats.org/officeDocument/2006/relationships/font" Target="fonts/font10.fntdata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font" Target="fonts/font13.fntdata"/><Relationship Id="rId7" Type="http://schemas.openxmlformats.org/officeDocument/2006/relationships/notesMaster" Target="notesMasters/notesMaster1.xml"/><Relationship Id="rId12" Type="http://schemas.openxmlformats.org/officeDocument/2006/relationships/font" Target="fonts/font4.fntdata"/><Relationship Id="rId17" Type="http://schemas.openxmlformats.org/officeDocument/2006/relationships/font" Target="fonts/font9.fntdata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font" Target="fonts/font8.fntdata"/><Relationship Id="rId20" Type="http://schemas.openxmlformats.org/officeDocument/2006/relationships/font" Target="fonts/font12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3.fntdata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font" Target="fonts/font7.fntdata"/><Relationship Id="rId23" Type="http://schemas.openxmlformats.org/officeDocument/2006/relationships/presProps" Target="presProps.xml"/><Relationship Id="rId10" Type="http://schemas.openxmlformats.org/officeDocument/2006/relationships/font" Target="fonts/font2.fntdata"/><Relationship Id="rId19" Type="http://schemas.openxmlformats.org/officeDocument/2006/relationships/font" Target="fonts/font11.fntdata"/><Relationship Id="rId4" Type="http://schemas.openxmlformats.org/officeDocument/2006/relationships/slide" Target="slides/slide3.xml"/><Relationship Id="rId9" Type="http://schemas.openxmlformats.org/officeDocument/2006/relationships/font" Target="fonts/font1.fntdata"/><Relationship Id="rId14" Type="http://schemas.openxmlformats.org/officeDocument/2006/relationships/font" Target="fonts/font6.fntdata"/><Relationship Id="rId22" Type="http://schemas.openxmlformats.org/officeDocument/2006/relationships/font" Target="fonts/font14.fntdata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8290" cy="51349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45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4023812" y="0"/>
            <a:ext cx="3078290" cy="51349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45"/>
            </a:lvl1pPr>
          </a:lstStyle>
          <a:p>
            <a:fld id="{0F9B84EA-7D68-4D60-9CB1-D50884785D1C}" type="datetimeFigureOut">
              <a:rPr lang="zh-CN" altLang="en-US" smtClean="0"/>
              <a:t>2026/2/4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9720804"/>
            <a:ext cx="3078290" cy="51349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45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4023812" y="9720804"/>
            <a:ext cx="3078290" cy="51349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45"/>
            </a:lvl1pPr>
          </a:lstStyle>
          <a:p>
            <a:fld id="{8D4E0FC9-F1F8-4FAE-9988-3BA365CFD46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8163" cy="51276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4024313" y="0"/>
            <a:ext cx="3078162" cy="51276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6C8D182-E4C8-4120-9249-FC9774456FFA}" type="datetimeFigureOut">
              <a:rPr lang="zh-CN" altLang="en-US" smtClean="0"/>
              <a:t>2026/2/4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482600" y="1279525"/>
            <a:ext cx="6140450" cy="34544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711200" y="4926013"/>
            <a:ext cx="5683250" cy="4029075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9721850"/>
            <a:ext cx="3078163" cy="51276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4024313" y="9721850"/>
            <a:ext cx="3078162" cy="51276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5D0DACE-38E0-42D2-9336-2B707D34BC6D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5D0DACE-38E0-42D2-9336-2B707D34BC6D}" type="slidenum">
              <a:rPr lang="zh-CN" altLang="en-US" smtClean="0"/>
              <a:t>2</a:t>
            </a:fld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8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9.png"/></Relationships>
</file>

<file path=ppt/slideLayouts/_rels/slideLayout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svg"/><Relationship Id="rId3" Type="http://schemas.openxmlformats.org/officeDocument/2006/relationships/slideMaster" Target="../slideMasters/slideMaster1.xml"/><Relationship Id="rId7" Type="http://schemas.openxmlformats.org/officeDocument/2006/relationships/image" Target="../media/image12.png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6" Type="http://schemas.openxmlformats.org/officeDocument/2006/relationships/image" Target="../media/image11.svg"/><Relationship Id="rId5" Type="http://schemas.openxmlformats.org/officeDocument/2006/relationships/image" Target="../media/image10.png"/><Relationship Id="rId4" Type="http://schemas.openxmlformats.org/officeDocument/2006/relationships/image" Target="../media/image8.jpeg"/><Relationship Id="rId9" Type="http://schemas.openxmlformats.org/officeDocument/2006/relationships/image" Target="../media/image2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首页"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5" descr="和君集团简介(bing改)(1)_01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-11430" y="0"/>
            <a:ext cx="12215495" cy="6858000"/>
          </a:xfrm>
          <a:prstGeom prst="rect">
            <a:avLst/>
          </a:prstGeom>
        </p:spPr>
      </p:pic>
      <p:sp>
        <p:nvSpPr>
          <p:cNvPr id="7" name="矩形 6"/>
          <p:cNvSpPr/>
          <p:nvPr userDrawn="1"/>
        </p:nvSpPr>
        <p:spPr>
          <a:xfrm>
            <a:off x="-11430" y="0"/>
            <a:ext cx="12192000" cy="6172200"/>
          </a:xfrm>
          <a:prstGeom prst="rect">
            <a:avLst/>
          </a:prstGeom>
          <a:gradFill>
            <a:gsLst>
              <a:gs pos="0">
                <a:srgbClr val="F47061"/>
              </a:gs>
              <a:gs pos="46000">
                <a:srgbClr val="D6534B"/>
              </a:gs>
              <a:gs pos="100000">
                <a:srgbClr val="9D1F23"/>
              </a:gs>
            </a:gsLst>
            <a:lin ang="15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15" name="直接连接符 14"/>
          <p:cNvCxnSpPr/>
          <p:nvPr userDrawn="1"/>
        </p:nvCxnSpPr>
        <p:spPr>
          <a:xfrm>
            <a:off x="593090" y="1496060"/>
            <a:ext cx="0" cy="3180715"/>
          </a:xfrm>
          <a:prstGeom prst="line">
            <a:avLst/>
          </a:prstGeom>
          <a:ln>
            <a:gradFill>
              <a:gsLst>
                <a:gs pos="885">
                  <a:srgbClr val="F47061"/>
                </a:gs>
                <a:gs pos="59000">
                  <a:schemeClr val="bg1"/>
                </a:gs>
                <a:gs pos="100000">
                  <a:srgbClr val="F47061"/>
                </a:gs>
              </a:gsLst>
              <a:lin ang="5400000" scaled="1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1" name="组合 20"/>
          <p:cNvGrpSpPr/>
          <p:nvPr userDrawn="1"/>
        </p:nvGrpSpPr>
        <p:grpSpPr>
          <a:xfrm>
            <a:off x="6591300" y="-922655"/>
            <a:ext cx="4044950" cy="8083550"/>
            <a:chOff x="9994" y="-1453"/>
            <a:chExt cx="6370" cy="12730"/>
          </a:xfrm>
        </p:grpSpPr>
        <p:sp>
          <p:nvSpPr>
            <p:cNvPr id="8" name="矩形 7"/>
            <p:cNvSpPr/>
            <p:nvPr userDrawn="1"/>
          </p:nvSpPr>
          <p:spPr>
            <a:xfrm rot="7380000">
              <a:off x="5930" y="4169"/>
              <a:ext cx="12730" cy="1487"/>
            </a:xfrm>
            <a:prstGeom prst="rect">
              <a:avLst/>
            </a:prstGeom>
            <a:gradFill>
              <a:gsLst>
                <a:gs pos="0">
                  <a:srgbClr val="D5524A">
                    <a:alpha val="0"/>
                  </a:srgbClr>
                </a:gs>
                <a:gs pos="100000">
                  <a:srgbClr val="9D1F23"/>
                </a:gs>
              </a:gsLst>
              <a:lin ang="1614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16" name="直接连接符 15"/>
            <p:cNvCxnSpPr/>
            <p:nvPr userDrawn="1"/>
          </p:nvCxnSpPr>
          <p:spPr>
            <a:xfrm flipH="1">
              <a:off x="9994" y="-28"/>
              <a:ext cx="6370" cy="9848"/>
            </a:xfrm>
            <a:prstGeom prst="line">
              <a:avLst/>
            </a:prstGeom>
            <a:ln w="50800">
              <a:gradFill>
                <a:gsLst>
                  <a:gs pos="885">
                    <a:srgbClr val="F47061"/>
                  </a:gs>
                  <a:gs pos="59000">
                    <a:srgbClr val="F7D8BB"/>
                  </a:gs>
                  <a:gs pos="100000">
                    <a:srgbClr val="F47061"/>
                  </a:gs>
                </a:gsLst>
                <a:lin ang="5400000" scaled="1"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0" name="组合 19"/>
          <p:cNvGrpSpPr/>
          <p:nvPr userDrawn="1"/>
        </p:nvGrpSpPr>
        <p:grpSpPr>
          <a:xfrm>
            <a:off x="7478395" y="-913130"/>
            <a:ext cx="4062095" cy="8134350"/>
            <a:chOff x="11437" y="-1403"/>
            <a:chExt cx="6397" cy="12810"/>
          </a:xfrm>
        </p:grpSpPr>
        <p:sp>
          <p:nvSpPr>
            <p:cNvPr id="9" name="矩形 8"/>
            <p:cNvSpPr/>
            <p:nvPr userDrawn="1"/>
          </p:nvSpPr>
          <p:spPr>
            <a:xfrm rot="7380000">
              <a:off x="7431" y="4417"/>
              <a:ext cx="12810" cy="1170"/>
            </a:xfrm>
            <a:prstGeom prst="rect">
              <a:avLst/>
            </a:prstGeom>
            <a:gradFill>
              <a:gsLst>
                <a:gs pos="0">
                  <a:srgbClr val="D5524A">
                    <a:alpha val="0"/>
                  </a:srgbClr>
                </a:gs>
                <a:gs pos="100000">
                  <a:srgbClr val="9D1F23"/>
                </a:gs>
              </a:gsLst>
              <a:lin ang="1614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2" name="直接连接符 1"/>
            <p:cNvCxnSpPr/>
            <p:nvPr userDrawn="1"/>
          </p:nvCxnSpPr>
          <p:spPr>
            <a:xfrm flipH="1">
              <a:off x="11437" y="-28"/>
              <a:ext cx="6397" cy="9807"/>
            </a:xfrm>
            <a:prstGeom prst="line">
              <a:avLst/>
            </a:prstGeom>
            <a:ln w="50800">
              <a:gradFill>
                <a:gsLst>
                  <a:gs pos="885">
                    <a:srgbClr val="F47061"/>
                  </a:gs>
                  <a:gs pos="59000">
                    <a:srgbClr val="F7D8BB"/>
                  </a:gs>
                  <a:gs pos="100000">
                    <a:srgbClr val="F47061"/>
                  </a:gs>
                </a:gsLst>
                <a:lin ang="5400000" scaled="1"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7" name="组合 16"/>
          <p:cNvGrpSpPr/>
          <p:nvPr userDrawn="1"/>
        </p:nvGrpSpPr>
        <p:grpSpPr>
          <a:xfrm>
            <a:off x="8376285" y="-911225"/>
            <a:ext cx="4114800" cy="8116570"/>
            <a:chOff x="12770" y="-1435"/>
            <a:chExt cx="6480" cy="12782"/>
          </a:xfrm>
        </p:grpSpPr>
        <p:sp>
          <p:nvSpPr>
            <p:cNvPr id="11" name="矩形 10"/>
            <p:cNvSpPr/>
            <p:nvPr userDrawn="1"/>
          </p:nvSpPr>
          <p:spPr>
            <a:xfrm rot="7380000">
              <a:off x="8936" y="4371"/>
              <a:ext cx="12782" cy="1170"/>
            </a:xfrm>
            <a:prstGeom prst="rect">
              <a:avLst/>
            </a:prstGeom>
            <a:gradFill>
              <a:gsLst>
                <a:gs pos="0">
                  <a:srgbClr val="D7544C">
                    <a:alpha val="0"/>
                  </a:srgbClr>
                </a:gs>
                <a:gs pos="100000">
                  <a:srgbClr val="9D1F23"/>
                </a:gs>
              </a:gsLst>
              <a:lin ang="1614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3" name="直接连接符 2"/>
            <p:cNvCxnSpPr/>
            <p:nvPr userDrawn="1"/>
          </p:nvCxnSpPr>
          <p:spPr>
            <a:xfrm flipH="1">
              <a:off x="12770" y="-81"/>
              <a:ext cx="6480" cy="10031"/>
            </a:xfrm>
            <a:prstGeom prst="line">
              <a:avLst/>
            </a:prstGeom>
            <a:ln w="50800">
              <a:gradFill>
                <a:gsLst>
                  <a:gs pos="885">
                    <a:srgbClr val="F47061"/>
                  </a:gs>
                  <a:gs pos="59000">
                    <a:srgbClr val="F7D8BB"/>
                  </a:gs>
                  <a:gs pos="100000">
                    <a:srgbClr val="F47061"/>
                  </a:gs>
                </a:gsLst>
                <a:lin ang="5400000" scaled="1"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4" name="矩形 13"/>
          <p:cNvSpPr/>
          <p:nvPr userDrawn="1"/>
        </p:nvSpPr>
        <p:spPr>
          <a:xfrm>
            <a:off x="-11430" y="6013450"/>
            <a:ext cx="12209145" cy="82613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4" name="图片 3" descr="logo横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873125" y="5980430"/>
            <a:ext cx="1283335" cy="929640"/>
          </a:xfrm>
          <a:prstGeom prst="rect">
            <a:avLst/>
          </a:prstGeom>
        </p:spPr>
      </p:pic>
      <p:pic>
        <p:nvPicPr>
          <p:cNvPr id="10" name="图片 9" descr="图片1"/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9251315" y="6289675"/>
            <a:ext cx="2048510" cy="311150"/>
          </a:xfrm>
          <a:prstGeom prst="rect">
            <a:avLst/>
          </a:prstGeom>
        </p:spPr>
      </p:pic>
      <p:sp>
        <p:nvSpPr>
          <p:cNvPr id="5" name="标题 4"/>
          <p:cNvSpPr>
            <a:spLocks noGrp="1"/>
          </p:cNvSpPr>
          <p:nvPr>
            <p:ph type="title" hasCustomPrompt="1"/>
          </p:nvPr>
        </p:nvSpPr>
        <p:spPr>
          <a:xfrm>
            <a:off x="873125" y="1540510"/>
            <a:ext cx="6785610" cy="1751330"/>
          </a:xfrm>
        </p:spPr>
        <p:txBody>
          <a:bodyPr anchor="ctr" anchorCtr="0">
            <a:noAutofit/>
          </a:bodyPr>
          <a:lstStyle>
            <a:lvl1pPr>
              <a:defRPr sz="4400" b="1">
                <a:solidFill>
                  <a:schemeClr val="bg1"/>
                </a:solidFill>
                <a:effectLst/>
              </a:defRPr>
            </a:lvl1pPr>
          </a:lstStyle>
          <a:p>
            <a:r>
              <a:rPr lang="zh-CN" altLang="en-US" dirty="0"/>
              <a:t>演讲主题</a:t>
            </a:r>
          </a:p>
        </p:txBody>
      </p:sp>
      <p:sp>
        <p:nvSpPr>
          <p:cNvPr id="22" name="文本占位符 21"/>
          <p:cNvSpPr>
            <a:spLocks noGrp="1"/>
          </p:cNvSpPr>
          <p:nvPr>
            <p:ph type="body" idx="11" hasCustomPrompt="1"/>
          </p:nvPr>
        </p:nvSpPr>
        <p:spPr>
          <a:xfrm>
            <a:off x="873125" y="4273620"/>
            <a:ext cx="3846513" cy="577850"/>
          </a:xfrm>
          <a:noFill/>
        </p:spPr>
        <p:txBody>
          <a:bodyPr/>
          <a:lstStyle>
            <a:lvl1pPr marL="0" indent="0">
              <a:buNone/>
              <a:defRPr>
                <a:solidFill>
                  <a:schemeClr val="bg1"/>
                </a:solidFill>
              </a:defRPr>
            </a:lvl1pPr>
          </a:lstStyle>
          <a:p>
            <a:pPr lvl="0"/>
            <a:r>
              <a:rPr kumimoji="1" lang="zh-CN" altLang="en-US" dirty="0"/>
              <a:t>分享人：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55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3" dur="10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55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55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" dur="1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目录">
    <p:bg>
      <p:bgPr>
        <a:blipFill rotWithShape="1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文本框 9"/>
          <p:cNvSpPr txBox="1"/>
          <p:nvPr userDrawn="1"/>
        </p:nvSpPr>
        <p:spPr>
          <a:xfrm>
            <a:off x="668655" y="1722121"/>
            <a:ext cx="1554480" cy="9220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5400" b="1">
                <a:solidFill>
                  <a:schemeClr val="bg1"/>
                </a:solidFill>
                <a:latin typeface="HarmonyOS Sans SC Bold" panose="00000200000000000000" charset="-122"/>
                <a:ea typeface="HarmonyOS Sans SC Bold" panose="00000200000000000000" charset="-122"/>
                <a:cs typeface="黑体" charset="0"/>
              </a:rPr>
              <a:t>目录</a:t>
            </a:r>
          </a:p>
        </p:txBody>
      </p:sp>
      <p:sp>
        <p:nvSpPr>
          <p:cNvPr id="11" name="文本框 10"/>
          <p:cNvSpPr txBox="1"/>
          <p:nvPr userDrawn="1"/>
        </p:nvSpPr>
        <p:spPr>
          <a:xfrm>
            <a:off x="713740" y="2532380"/>
            <a:ext cx="1464310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/>
            <a:r>
              <a:rPr lang="en-US" altLang="zh-CN" sz="1600">
                <a:solidFill>
                  <a:schemeClr val="bg1"/>
                </a:solidFill>
                <a:latin typeface="HarmonyOS Sans SC Bold" panose="00000200000000000000" charset="-122"/>
                <a:ea typeface="HarmonyOS Sans SC Bold" panose="00000200000000000000" charset="-122"/>
              </a:rPr>
              <a:t>CONTENTS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样式1"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47700" y="633476"/>
            <a:ext cx="10871364" cy="351790"/>
          </a:xfrm>
        </p:spPr>
        <p:txBody>
          <a:bodyPr anchor="ctr" anchorCtr="0">
            <a:noAutofit/>
          </a:bodyPr>
          <a:lstStyle>
            <a:lvl1pPr>
              <a:defRPr sz="2400" b="1">
                <a:effectLst/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2026/2/4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244" name="矩形 243"/>
          <p:cNvSpPr/>
          <p:nvPr userDrawn="1"/>
        </p:nvSpPr>
        <p:spPr>
          <a:xfrm>
            <a:off x="127" y="595630"/>
            <a:ext cx="548005" cy="353060"/>
          </a:xfrm>
          <a:prstGeom prst="rect">
            <a:avLst/>
          </a:prstGeom>
          <a:gradFill>
            <a:gsLst>
              <a:gs pos="0">
                <a:srgbClr val="B43433"/>
              </a:gs>
              <a:gs pos="100000">
                <a:srgbClr val="C00000"/>
              </a:gs>
            </a:gsLst>
            <a:lin ang="18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内容占位符 2"/>
          <p:cNvSpPr>
            <a:spLocks noGrp="1"/>
          </p:cNvSpPr>
          <p:nvPr>
            <p:ph idx="1"/>
          </p:nvPr>
        </p:nvSpPr>
        <p:spPr>
          <a:xfrm>
            <a:off x="647699" y="1227009"/>
            <a:ext cx="10871365" cy="5139119"/>
          </a:xfrm>
        </p:spPr>
        <p:txBody>
          <a:bodyPr>
            <a:normAutofit/>
          </a:bodyPr>
          <a:lstStyle>
            <a:lvl1pPr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pic>
        <p:nvPicPr>
          <p:cNvPr id="3" name="图片 10"/>
          <p:cNvPicPr>
            <a:picLocks noChangeAspect="1"/>
          </p:cNvPicPr>
          <p:nvPr userDrawn="1"/>
        </p:nvPicPr>
        <p:blipFill>
          <a:blip r:embed="rId2" cstate="print"/>
          <a:stretch>
            <a:fillRect/>
          </a:stretch>
        </p:blipFill>
        <p:spPr>
          <a:xfrm>
            <a:off x="11065192" y="99673"/>
            <a:ext cx="946785" cy="438150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直播样式">
    <p:bg>
      <p:bgPr>
        <a:blipFill rotWithShape="1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47700" y="491871"/>
            <a:ext cx="8567552" cy="351790"/>
          </a:xfrm>
        </p:spPr>
        <p:txBody>
          <a:bodyPr anchor="ctr" anchorCtr="0">
            <a:noAutofit/>
          </a:bodyPr>
          <a:lstStyle>
            <a:lvl1pPr>
              <a:defRPr sz="2400" b="1">
                <a:effectLst/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47700" y="1498600"/>
            <a:ext cx="10764520" cy="4745990"/>
          </a:xfrm>
        </p:spPr>
        <p:txBody>
          <a:bodyPr>
            <a:normAutofit/>
          </a:bodyPr>
          <a:lstStyle>
            <a:lvl1pPr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2026/2/4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244" name="矩形 243"/>
          <p:cNvSpPr/>
          <p:nvPr userDrawn="1"/>
        </p:nvSpPr>
        <p:spPr>
          <a:xfrm>
            <a:off x="127" y="454025"/>
            <a:ext cx="548005" cy="353060"/>
          </a:xfrm>
          <a:prstGeom prst="rect">
            <a:avLst/>
          </a:prstGeom>
          <a:gradFill>
            <a:gsLst>
              <a:gs pos="0">
                <a:srgbClr val="B43433"/>
              </a:gs>
              <a:gs pos="100000">
                <a:srgbClr val="C00000"/>
              </a:gs>
            </a:gsLst>
            <a:lin ang="18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矩形 7"/>
          <p:cNvSpPr/>
          <p:nvPr userDrawn="1"/>
        </p:nvSpPr>
        <p:spPr>
          <a:xfrm>
            <a:off x="9547860" y="-635"/>
            <a:ext cx="2631440" cy="1471295"/>
          </a:xfrm>
          <a:prstGeom prst="rect">
            <a:avLst/>
          </a:prstGeom>
          <a:noFill/>
          <a:ln w="12700" cmpd="sng">
            <a:solidFill>
              <a:srgbClr val="B3272B">
                <a:alpha val="29000"/>
              </a:srgb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文本框 8"/>
          <p:cNvSpPr txBox="1"/>
          <p:nvPr userDrawn="1"/>
        </p:nvSpPr>
        <p:spPr>
          <a:xfrm>
            <a:off x="10314940" y="504825"/>
            <a:ext cx="1097280" cy="4603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200">
                <a:solidFill>
                  <a:srgbClr val="C00000"/>
                </a:solidFill>
              </a:rPr>
              <a:t>视频预留区域</a:t>
            </a:r>
          </a:p>
          <a:p>
            <a:r>
              <a:rPr lang="zh-CN" altLang="en-US" sz="1200">
                <a:solidFill>
                  <a:srgbClr val="C00000"/>
                </a:solidFill>
              </a:rPr>
              <a:t>请勿放置内容</a:t>
            </a: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样式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2026/2/4</a:t>
            </a:fld>
            <a:endParaRPr lang="zh-CN" altLang="en-US" dirty="0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  <p:pic>
        <p:nvPicPr>
          <p:cNvPr id="7" name="图片 6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8456930" y="2806065"/>
            <a:ext cx="4813935" cy="4813935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目录过渡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/>
          <p:nvPr userDrawn="1"/>
        </p:nvSpPr>
        <p:spPr>
          <a:xfrm>
            <a:off x="635" y="635"/>
            <a:ext cx="12192000" cy="6858000"/>
          </a:xfrm>
          <a:prstGeom prst="rect">
            <a:avLst/>
          </a:prstGeom>
          <a:gradFill>
            <a:gsLst>
              <a:gs pos="0">
                <a:srgbClr val="F47061"/>
              </a:gs>
              <a:gs pos="46000">
                <a:srgbClr val="D6534B"/>
              </a:gs>
              <a:gs pos="100000">
                <a:srgbClr val="9D1F23"/>
              </a:gs>
            </a:gsLst>
            <a:lin ang="1698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32" name="组合 31"/>
          <p:cNvGrpSpPr/>
          <p:nvPr userDrawn="1"/>
        </p:nvGrpSpPr>
        <p:grpSpPr>
          <a:xfrm>
            <a:off x="942530" y="2630682"/>
            <a:ext cx="762604" cy="721881"/>
            <a:chOff x="1400045" y="3905250"/>
            <a:chExt cx="673764" cy="721881"/>
          </a:xfrm>
        </p:grpSpPr>
        <p:sp>
          <p:nvSpPr>
            <p:cNvPr id="2" name="圆角矩形 1"/>
            <p:cNvSpPr/>
            <p:nvPr/>
          </p:nvSpPr>
          <p:spPr>
            <a:xfrm>
              <a:off x="1400045" y="4025900"/>
              <a:ext cx="45719" cy="426606"/>
            </a:xfrm>
            <a:prstGeom prst="roundRect">
              <a:avLst>
                <a:gd name="adj" fmla="val 50000"/>
              </a:avLst>
            </a:prstGeom>
            <a:solidFill>
              <a:schemeClr val="bg2"/>
            </a:solidFill>
            <a:ln w="6350">
              <a:solidFill>
                <a:schemeClr val="bg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spAutoFit/>
            </a:bodyPr>
            <a:lstStyle/>
            <a:p>
              <a:pPr algn="ctr"/>
              <a:endParaRPr lang="zh-CN" altLang="en-US">
                <a:solidFill>
                  <a:schemeClr val="bg2"/>
                </a:solidFill>
                <a:latin typeface="HarmonyOS Sans SC Bold" panose="00000200000000000000" charset="-122"/>
                <a:ea typeface="HarmonyOS Sans SC Bold" panose="00000200000000000000" charset="-122"/>
              </a:endParaRPr>
            </a:p>
          </p:txBody>
        </p:sp>
        <p:sp>
          <p:nvSpPr>
            <p:cNvPr id="28" name="圆角矩形 27"/>
            <p:cNvSpPr/>
            <p:nvPr/>
          </p:nvSpPr>
          <p:spPr>
            <a:xfrm>
              <a:off x="1557056" y="4054475"/>
              <a:ext cx="45719" cy="572656"/>
            </a:xfrm>
            <a:prstGeom prst="roundRect">
              <a:avLst>
                <a:gd name="adj" fmla="val 50000"/>
              </a:avLst>
            </a:prstGeom>
            <a:noFill/>
            <a:ln w="6350">
              <a:solidFill>
                <a:schemeClr val="bg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spAutoFit/>
            </a:bodyPr>
            <a:lstStyle/>
            <a:p>
              <a:pPr algn="ctr"/>
              <a:endParaRPr lang="zh-CN" altLang="en-US">
                <a:solidFill>
                  <a:schemeClr val="bg2"/>
                </a:solidFill>
                <a:latin typeface="HarmonyOS Sans SC Bold" panose="00000200000000000000" charset="-122"/>
                <a:ea typeface="HarmonyOS Sans SC Bold" panose="00000200000000000000" charset="-122"/>
              </a:endParaRPr>
            </a:p>
          </p:txBody>
        </p:sp>
        <p:sp>
          <p:nvSpPr>
            <p:cNvPr id="29" name="圆角矩形 28"/>
            <p:cNvSpPr/>
            <p:nvPr/>
          </p:nvSpPr>
          <p:spPr>
            <a:xfrm>
              <a:off x="1714067" y="3905250"/>
              <a:ext cx="45719" cy="667906"/>
            </a:xfrm>
            <a:prstGeom prst="roundRect">
              <a:avLst>
                <a:gd name="adj" fmla="val 50000"/>
              </a:avLst>
            </a:prstGeom>
            <a:noFill/>
            <a:ln w="6350">
              <a:solidFill>
                <a:schemeClr val="bg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spAutoFit/>
            </a:bodyPr>
            <a:lstStyle/>
            <a:p>
              <a:pPr algn="ctr"/>
              <a:endParaRPr lang="zh-CN" altLang="en-US">
                <a:solidFill>
                  <a:schemeClr val="bg2"/>
                </a:solidFill>
                <a:latin typeface="HarmonyOS Sans SC Bold" panose="00000200000000000000" charset="-122"/>
                <a:ea typeface="HarmonyOS Sans SC Bold" panose="00000200000000000000" charset="-122"/>
              </a:endParaRPr>
            </a:p>
          </p:txBody>
        </p:sp>
        <p:sp>
          <p:nvSpPr>
            <p:cNvPr id="30" name="圆角矩形 29"/>
            <p:cNvSpPr/>
            <p:nvPr/>
          </p:nvSpPr>
          <p:spPr>
            <a:xfrm>
              <a:off x="1871078" y="3990975"/>
              <a:ext cx="45719" cy="409575"/>
            </a:xfrm>
            <a:prstGeom prst="roundRect">
              <a:avLst>
                <a:gd name="adj" fmla="val 50000"/>
              </a:avLst>
            </a:prstGeom>
            <a:noFill/>
            <a:ln w="6350">
              <a:solidFill>
                <a:schemeClr val="bg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spAutoFit/>
            </a:bodyPr>
            <a:lstStyle/>
            <a:p>
              <a:pPr algn="ctr"/>
              <a:endParaRPr lang="zh-CN" altLang="en-US">
                <a:solidFill>
                  <a:schemeClr val="bg2"/>
                </a:solidFill>
                <a:latin typeface="HarmonyOS Sans SC Bold" panose="00000200000000000000" charset="-122"/>
                <a:ea typeface="HarmonyOS Sans SC Bold" panose="00000200000000000000" charset="-122"/>
              </a:endParaRPr>
            </a:p>
          </p:txBody>
        </p:sp>
        <p:sp>
          <p:nvSpPr>
            <p:cNvPr id="31" name="圆角矩形 30"/>
            <p:cNvSpPr/>
            <p:nvPr/>
          </p:nvSpPr>
          <p:spPr>
            <a:xfrm>
              <a:off x="2028090" y="4054475"/>
              <a:ext cx="45719" cy="346075"/>
            </a:xfrm>
            <a:prstGeom prst="roundRect">
              <a:avLst>
                <a:gd name="adj" fmla="val 50000"/>
              </a:avLst>
            </a:prstGeom>
            <a:noFill/>
            <a:ln w="6350">
              <a:solidFill>
                <a:schemeClr val="bg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spAutoFit/>
            </a:bodyPr>
            <a:lstStyle/>
            <a:p>
              <a:pPr algn="ctr"/>
              <a:endParaRPr lang="zh-CN" altLang="en-US">
                <a:solidFill>
                  <a:schemeClr val="bg2"/>
                </a:solidFill>
                <a:latin typeface="HarmonyOS Sans SC Bold" panose="00000200000000000000" charset="-122"/>
                <a:ea typeface="HarmonyOS Sans SC Bold" panose="00000200000000000000" charset="-122"/>
              </a:endParaRPr>
            </a:p>
          </p:txBody>
        </p:sp>
      </p:grpSp>
      <p:cxnSp>
        <p:nvCxnSpPr>
          <p:cNvPr id="8" name="直接连接符 5">
            <a:extLst>
              <a:ext uri="{FF2B5EF4-FFF2-40B4-BE49-F238E27FC236}">
                <a16:creationId xmlns:a16="http://schemas.microsoft.com/office/drawing/2014/main" id="{CDAB4AEE-BBAD-F904-1867-7AE1B0E738C7}"/>
              </a:ext>
            </a:extLst>
          </p:cNvPr>
          <p:cNvCxnSpPr/>
          <p:nvPr userDrawn="1"/>
        </p:nvCxnSpPr>
        <p:spPr>
          <a:xfrm>
            <a:off x="4349115" y="1126490"/>
            <a:ext cx="0" cy="4657725"/>
          </a:xfrm>
          <a:prstGeom prst="line">
            <a:avLst/>
          </a:prstGeom>
          <a:ln>
            <a:solidFill>
              <a:schemeClr val="accent3">
                <a:lumMod val="40000"/>
                <a:lumOff val="60000"/>
              </a:schemeClr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10" name="文本占位符 9">
            <a:extLst>
              <a:ext uri="{FF2B5EF4-FFF2-40B4-BE49-F238E27FC236}">
                <a16:creationId xmlns:a16="http://schemas.microsoft.com/office/drawing/2014/main" id="{F7F28379-CD2E-F44E-1669-ED63DFB286F4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106613" y="2544693"/>
            <a:ext cx="1590675" cy="1042988"/>
          </a:xfrm>
        </p:spPr>
        <p:txBody>
          <a:bodyPr>
            <a:noAutofit/>
          </a:bodyPr>
          <a:lstStyle>
            <a:lvl1pPr marL="0" indent="0">
              <a:buNone/>
              <a:defRPr sz="7200" b="1" i="0">
                <a:solidFill>
                  <a:schemeClr val="bg1"/>
                </a:solidFill>
                <a:latin typeface="HarmonyOS Sans" pitchFamily="2" charset="0"/>
              </a:defRPr>
            </a:lvl1pPr>
          </a:lstStyle>
          <a:p>
            <a:pPr lvl="0"/>
            <a:r>
              <a:rPr kumimoji="1" lang="en-US" altLang="zh-CN" dirty="0"/>
              <a:t>01</a:t>
            </a:r>
            <a:endParaRPr kumimoji="1" lang="zh-CN" altLang="en-US" dirty="0"/>
          </a:p>
        </p:txBody>
      </p:sp>
      <p:sp>
        <p:nvSpPr>
          <p:cNvPr id="12" name="文本占位符 11">
            <a:extLst>
              <a:ext uri="{FF2B5EF4-FFF2-40B4-BE49-F238E27FC236}">
                <a16:creationId xmlns:a16="http://schemas.microsoft.com/office/drawing/2014/main" id="{A2EE52CD-07D3-8D21-DCB7-26B51690758C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36713" y="3529151"/>
            <a:ext cx="2941845" cy="466725"/>
          </a:xfrm>
        </p:spPr>
        <p:txBody>
          <a:bodyPr/>
          <a:lstStyle>
            <a:lvl1pPr marL="0" indent="0" algn="ctr">
              <a:buNone/>
              <a:defRPr>
                <a:solidFill>
                  <a:schemeClr val="bg1"/>
                </a:solidFill>
              </a:defRPr>
            </a:lvl1pPr>
          </a:lstStyle>
          <a:p>
            <a:pPr lvl="0"/>
            <a:r>
              <a:rPr kumimoji="1" lang="zh-CN" altLang="en-US" dirty="0"/>
              <a:t>单击此处编辑文本</a:t>
            </a:r>
          </a:p>
        </p:txBody>
      </p:sp>
      <p:sp>
        <p:nvSpPr>
          <p:cNvPr id="14" name="文本占位符 13">
            <a:extLst>
              <a:ext uri="{FF2B5EF4-FFF2-40B4-BE49-F238E27FC236}">
                <a16:creationId xmlns:a16="http://schemas.microsoft.com/office/drawing/2014/main" id="{C77ECBD7-E45A-F6A8-C601-61BA614AA401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227292" y="2762941"/>
            <a:ext cx="5129282" cy="646182"/>
          </a:xfrm>
        </p:spPr>
        <p:txBody>
          <a:bodyPr>
            <a:noAutofit/>
          </a:bodyPr>
          <a:lstStyle>
            <a:lvl1pPr marL="0" indent="0">
              <a:buNone/>
              <a:defRPr sz="4000" b="1" i="0">
                <a:solidFill>
                  <a:schemeClr val="bg1"/>
                </a:solidFill>
                <a:latin typeface="HarmonyOS Sans" pitchFamily="2" charset="0"/>
              </a:defRPr>
            </a:lvl1pPr>
            <a:lvl2pPr marL="457200" indent="0">
              <a:buNone/>
              <a:defRPr/>
            </a:lvl2pPr>
          </a:lstStyle>
          <a:p>
            <a:pPr lvl="0"/>
            <a:r>
              <a:rPr kumimoji="1" lang="zh-CN" altLang="en-US" dirty="0"/>
              <a:t>单击此处编辑文本</a:t>
            </a:r>
          </a:p>
        </p:txBody>
      </p:sp>
      <p:sp>
        <p:nvSpPr>
          <p:cNvPr id="16" name="文本占位符 15">
            <a:extLst>
              <a:ext uri="{FF2B5EF4-FFF2-40B4-BE49-F238E27FC236}">
                <a16:creationId xmlns:a16="http://schemas.microsoft.com/office/drawing/2014/main" id="{00B6CB27-B4A8-3F94-8577-3F05C4D8352C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218113" y="3448533"/>
            <a:ext cx="4551362" cy="397911"/>
          </a:xfrm>
        </p:spPr>
        <p:txBody>
          <a:bodyPr/>
          <a:lstStyle>
            <a:lvl1pPr marL="0" indent="0">
              <a:buNone/>
              <a:defRPr>
                <a:solidFill>
                  <a:schemeClr val="bg1"/>
                </a:solidFill>
              </a:defRPr>
            </a:lvl1pPr>
            <a:lvl2pPr marL="457200" indent="0">
              <a:buNone/>
              <a:defRPr/>
            </a:lvl2pPr>
          </a:lstStyle>
          <a:p>
            <a:pPr lvl="0"/>
            <a:r>
              <a:rPr kumimoji="1" lang="zh-CN" altLang="en-US" dirty="0"/>
              <a:t>单击此处编辑文本</a:t>
            </a: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尾页1">
    <p:bg>
      <p:bgPr>
        <a:blipFill rotWithShape="1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/>
          <p:cNvSpPr/>
          <p:nvPr userDrawn="1"/>
        </p:nvSpPr>
        <p:spPr>
          <a:xfrm>
            <a:off x="0" y="0"/>
            <a:ext cx="12192000" cy="6349365"/>
          </a:xfrm>
          <a:prstGeom prst="rect">
            <a:avLst/>
          </a:prstGeom>
          <a:gradFill>
            <a:gsLst>
              <a:gs pos="0">
                <a:srgbClr val="F47061"/>
              </a:gs>
              <a:gs pos="46000">
                <a:srgbClr val="D6534B"/>
              </a:gs>
              <a:gs pos="100000">
                <a:srgbClr val="9D1F23"/>
              </a:gs>
            </a:gsLst>
            <a:lin ang="1698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ctrTitle" hasCustomPrompt="1"/>
          </p:nvPr>
        </p:nvSpPr>
        <p:spPr>
          <a:xfrm>
            <a:off x="5527675" y="2438400"/>
            <a:ext cx="5614035" cy="1059815"/>
          </a:xfrm>
        </p:spPr>
        <p:txBody>
          <a:bodyPr anchor="b">
            <a:noAutofit/>
          </a:bodyPr>
          <a:lstStyle>
            <a:lvl1pPr algn="dist">
              <a:lnSpc>
                <a:spcPct val="130000"/>
              </a:lnSpc>
              <a:defRPr sz="4400">
                <a:solidFill>
                  <a:schemeClr val="bg1"/>
                </a:solidFill>
                <a:effectLst/>
              </a:defRPr>
            </a:lvl1pPr>
          </a:lstStyle>
          <a:p>
            <a:r>
              <a:rPr lang="en-US" altLang="zh-CN">
                <a:latin typeface="HarmonyOS Sans SC Bold" panose="00000200000000000000" charset="-122"/>
                <a:ea typeface="HarmonyOS Sans SC Bold" panose="00000200000000000000" charset="-122"/>
                <a:sym typeface="+mn-ea"/>
              </a:rPr>
              <a:t>HEJUN  GROUP</a:t>
            </a:r>
            <a:endParaRPr lang="en-US" altLang="zh-CN" dirty="0">
              <a:latin typeface="HarmonyOS Sans SC Bold" panose="00000200000000000000" charset="-122"/>
              <a:ea typeface="HarmonyOS Sans SC Bold" panose="00000200000000000000" charset="-122"/>
              <a:sym typeface="+mn-ea"/>
            </a:endParaRPr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</p:nvPr>
        </p:nvSpPr>
        <p:spPr>
          <a:xfrm>
            <a:off x="7705725" y="3422650"/>
            <a:ext cx="3435985" cy="404495"/>
          </a:xfrm>
        </p:spPr>
        <p:txBody>
          <a:bodyPr>
            <a:normAutofit/>
          </a:bodyPr>
          <a:lstStyle>
            <a:lvl1pPr marL="0" indent="0" algn="r">
              <a:buNone/>
              <a:defRPr sz="2400">
                <a:solidFill>
                  <a:schemeClr val="bg1"/>
                </a:solidFill>
                <a:effectLst/>
                <a:latin typeface="HarmonyOS Sans SC Regular" panose="00000200000000000000" charset="-122"/>
                <a:ea typeface="HarmonyOS Sans SC Regular" panose="00000200000000000000" charset="-122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altLang="zh-CN">
                <a:sym typeface="+mn-ea"/>
              </a:rPr>
              <a:t>2024</a:t>
            </a:r>
            <a:endParaRPr lang="zh-CN" altLang="en-US" dirty="0"/>
          </a:p>
        </p:txBody>
      </p:sp>
      <p:sp>
        <p:nvSpPr>
          <p:cNvPr id="7" name="文本框 6"/>
          <p:cNvSpPr txBox="1"/>
          <p:nvPr userDrawn="1"/>
        </p:nvSpPr>
        <p:spPr>
          <a:xfrm>
            <a:off x="4958715" y="6451600"/>
            <a:ext cx="2273935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/>
            <a:r>
              <a:rPr lang="en-US" altLang="zh-CN" sz="1400">
                <a:solidFill>
                  <a:schemeClr val="tx1">
                    <a:lumMod val="40000"/>
                    <a:lumOff val="60000"/>
                  </a:schemeClr>
                </a:solidFill>
              </a:rPr>
              <a:t>www.hejun.com</a:t>
            </a:r>
          </a:p>
        </p:txBody>
      </p:sp>
      <p:pic>
        <p:nvPicPr>
          <p:cNvPr id="4" name="图片 3" descr="logo横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0395585" y="6334760"/>
            <a:ext cx="746125" cy="540385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-266065" y="557530"/>
            <a:ext cx="4958080" cy="577723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尾页">
    <p:bg>
      <p:bgPr>
        <a:blipFill rotWithShape="1">
          <a:blip r:embed="rId4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 userDrawn="1"/>
        </p:nvSpPr>
        <p:spPr>
          <a:xfrm>
            <a:off x="0" y="0"/>
            <a:ext cx="12192000" cy="6349365"/>
          </a:xfrm>
          <a:prstGeom prst="rect">
            <a:avLst/>
          </a:prstGeom>
          <a:gradFill>
            <a:gsLst>
              <a:gs pos="0">
                <a:srgbClr val="F47061"/>
              </a:gs>
              <a:gs pos="46000">
                <a:srgbClr val="D6534B"/>
              </a:gs>
              <a:gs pos="100000">
                <a:srgbClr val="9D1F23"/>
              </a:gs>
            </a:gsLst>
            <a:lin ang="1698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8" name="组合 7"/>
          <p:cNvGrpSpPr/>
          <p:nvPr userDrawn="1"/>
        </p:nvGrpSpPr>
        <p:grpSpPr>
          <a:xfrm>
            <a:off x="0" y="3828415"/>
            <a:ext cx="12192000" cy="3306445"/>
            <a:chOff x="0" y="6009"/>
            <a:chExt cx="19200" cy="5207"/>
          </a:xfrm>
        </p:grpSpPr>
        <p:pic>
          <p:nvPicPr>
            <p:cNvPr id="20" name="Image 2" descr="preencoded.png"/>
            <p:cNvPicPr>
              <a:picLocks noChangeAspect="1"/>
            </p:cNvPicPr>
            <p:nvPr userDrawn="1">
              <p:custDataLst>
                <p:tags r:id="rId1"/>
              </p:custDataLst>
            </p:nvPr>
          </p:nvPicPr>
          <p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rcRect/>
            <a:stretch>
              <a:fillRect/>
            </a:stretch>
          </p:blipFill>
          <p:spPr>
            <a:xfrm>
              <a:off x="0" y="6009"/>
              <a:ext cx="19200" cy="5207"/>
            </a:xfrm>
            <a:prstGeom prst="rect">
              <a:avLst/>
            </a:prstGeom>
          </p:spPr>
        </p:pic>
        <p:pic>
          <p:nvPicPr>
            <p:cNvPr id="21" name="Image 3" descr="preencoded.png"/>
            <p:cNvPicPr>
              <a:picLocks noChangeAspect="1"/>
            </p:cNvPicPr>
            <p:nvPr userDrawn="1">
              <p:custDataLst>
                <p:tags r:id="rId2"/>
              </p:custDataLst>
            </p:nvPr>
          </p:nvPicPr>
          <p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rcRect/>
            <a:stretch>
              <a:fillRect/>
            </a:stretch>
          </p:blipFill>
          <p:spPr>
            <a:xfrm>
              <a:off x="0" y="6566"/>
              <a:ext cx="19200" cy="4560"/>
            </a:xfrm>
            <a:prstGeom prst="rect">
              <a:avLst/>
            </a:prstGeom>
          </p:spPr>
        </p:pic>
      </p:grpSp>
      <p:sp>
        <p:nvSpPr>
          <p:cNvPr id="14" name="矩形 13"/>
          <p:cNvSpPr/>
          <p:nvPr userDrawn="1"/>
        </p:nvSpPr>
        <p:spPr>
          <a:xfrm>
            <a:off x="-11430" y="6203315"/>
            <a:ext cx="12209145" cy="66167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标题 4"/>
          <p:cNvSpPr>
            <a:spLocks noGrp="1"/>
          </p:cNvSpPr>
          <p:nvPr>
            <p:ph type="ctrTitle" hasCustomPrompt="1"/>
          </p:nvPr>
        </p:nvSpPr>
        <p:spPr>
          <a:xfrm>
            <a:off x="1451610" y="1181100"/>
            <a:ext cx="9320530" cy="2075180"/>
          </a:xfrm>
        </p:spPr>
        <p:txBody>
          <a:bodyPr anchor="b">
            <a:noAutofit/>
          </a:bodyPr>
          <a:lstStyle>
            <a:lvl1pPr algn="dist">
              <a:lnSpc>
                <a:spcPct val="130000"/>
              </a:lnSpc>
              <a:defRPr sz="7200">
                <a:solidFill>
                  <a:schemeClr val="bg1"/>
                </a:solidFill>
                <a:effectLst/>
              </a:defRPr>
            </a:lvl1pPr>
          </a:lstStyle>
          <a:p>
            <a:r>
              <a:rPr lang="zh-CN" altLang="en-US" dirty="0">
                <a:latin typeface="HarmonyOS Sans SC Bold" panose="00000200000000000000" charset="-122"/>
                <a:ea typeface="HarmonyOS Sans SC Bold" panose="00000200000000000000" charset="-122"/>
                <a:sym typeface="+mn-ea"/>
              </a:rPr>
              <a:t>和君研究</a:t>
            </a:r>
            <a:r>
              <a:rPr lang="en-US" altLang="zh-CN" dirty="0">
                <a:latin typeface="HarmonyOS Sans SC Bold" panose="00000200000000000000" charset="-122"/>
                <a:ea typeface="HarmonyOS Sans SC Bold" panose="00000200000000000000" charset="-122"/>
                <a:sym typeface="+mn-ea"/>
              </a:rPr>
              <a:t>   </a:t>
            </a:r>
            <a:r>
              <a:rPr lang="zh-CN" altLang="en-US" dirty="0">
                <a:latin typeface="HarmonyOS Sans SC Bold" panose="00000200000000000000" charset="-122"/>
                <a:ea typeface="HarmonyOS Sans SC Bold" panose="00000200000000000000" charset="-122"/>
                <a:sym typeface="+mn-ea"/>
              </a:rPr>
              <a:t>更懂中国</a:t>
            </a:r>
          </a:p>
        </p:txBody>
      </p:sp>
      <p:sp>
        <p:nvSpPr>
          <p:cNvPr id="7" name="文本框 6"/>
          <p:cNvSpPr txBox="1"/>
          <p:nvPr userDrawn="1"/>
        </p:nvSpPr>
        <p:spPr>
          <a:xfrm>
            <a:off x="4958715" y="6388100"/>
            <a:ext cx="2273935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/>
            <a:r>
              <a:rPr lang="en-US" altLang="zh-CN" sz="1400">
                <a:solidFill>
                  <a:schemeClr val="tx1">
                    <a:lumMod val="40000"/>
                    <a:lumOff val="60000"/>
                  </a:schemeClr>
                </a:solidFill>
              </a:rPr>
              <a:t>www.hejun.com</a:t>
            </a:r>
          </a:p>
        </p:txBody>
      </p:sp>
      <p:pic>
        <p:nvPicPr>
          <p:cNvPr id="6" name="图片 5" descr="logo横"/>
          <p:cNvPicPr>
            <a:picLocks noChangeAspect="1"/>
          </p:cNvPicPr>
          <p:nvPr userDrawn="1"/>
        </p:nvPicPr>
        <p:blipFill>
          <a:blip r:embed="rId9"/>
          <a:stretch>
            <a:fillRect/>
          </a:stretch>
        </p:blipFill>
        <p:spPr>
          <a:xfrm>
            <a:off x="10293985" y="6200775"/>
            <a:ext cx="948690" cy="68707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2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2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2"/>
    </p:bldLst>
  </p:timing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9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  <a:t>2026/2/4</a:t>
            </a:fld>
            <a:endParaRPr lang="zh-CN" altLang="en-US" dirty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2800" b="1" kern="1200">
          <a:solidFill>
            <a:schemeClr val="tx1"/>
          </a:solidFill>
          <a:latin typeface="HarmonyOS Sans SC Bold" panose="00000200000000000000" charset="-122"/>
          <a:ea typeface="HarmonyOS Sans SC Bold" panose="00000200000000000000" charset="-122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HarmonyOS Sans SC Regular" panose="00000200000000000000" charset="-122"/>
          <a:ea typeface="HarmonyOS Sans SC Regular" panose="00000200000000000000" charset="-122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HarmonyOS Sans SC Regular" panose="00000200000000000000" charset="-122"/>
          <a:ea typeface="HarmonyOS Sans SC Regular" panose="00000200000000000000" charset="-122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600" kern="1200">
          <a:solidFill>
            <a:schemeClr val="tx1"/>
          </a:solidFill>
          <a:latin typeface="HarmonyOS Sans SC Regular" panose="00000200000000000000" charset="-122"/>
          <a:ea typeface="HarmonyOS Sans SC Regular" panose="00000200000000000000" charset="-122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400" kern="1200">
          <a:solidFill>
            <a:schemeClr val="tx1"/>
          </a:solidFill>
          <a:latin typeface="HarmonyOS Sans SC Regular" panose="00000200000000000000" charset="-122"/>
          <a:ea typeface="HarmonyOS Sans SC Regular" panose="00000200000000000000" charset="-122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400" kern="1200">
          <a:solidFill>
            <a:schemeClr val="tx1"/>
          </a:solidFill>
          <a:latin typeface="HarmonyOS Sans SC Regular" panose="00000200000000000000" charset="-122"/>
          <a:ea typeface="HarmonyOS Sans SC Regular" panose="00000200000000000000" charset="-122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1"/>
          </p:nvPr>
        </p:nvSpPr>
        <p:spPr/>
        <p:txBody>
          <a:bodyPr/>
          <a:lstStyle/>
          <a:p>
            <a:endParaRPr kumimoji="1" lang="zh-CN" alt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圆角矩形 3"/>
          <p:cNvSpPr/>
          <p:nvPr/>
        </p:nvSpPr>
        <p:spPr>
          <a:xfrm>
            <a:off x="5703125" y="1903050"/>
            <a:ext cx="482674" cy="479718"/>
          </a:xfrm>
          <a:prstGeom prst="round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dirty="0"/>
              <a:t>1</a:t>
            </a:r>
            <a:endParaRPr kumimoji="1" lang="zh-CN" altLang="en-US" dirty="0"/>
          </a:p>
        </p:txBody>
      </p:sp>
      <p:sp>
        <p:nvSpPr>
          <p:cNvPr id="5" name="圆角矩形 4"/>
          <p:cNvSpPr/>
          <p:nvPr/>
        </p:nvSpPr>
        <p:spPr>
          <a:xfrm>
            <a:off x="5703125" y="2673831"/>
            <a:ext cx="482674" cy="479718"/>
          </a:xfrm>
          <a:prstGeom prst="round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dirty="0"/>
              <a:t>2</a:t>
            </a:r>
            <a:endParaRPr kumimoji="1" lang="zh-CN" altLang="en-US" dirty="0"/>
          </a:p>
        </p:txBody>
      </p:sp>
      <p:sp>
        <p:nvSpPr>
          <p:cNvPr id="6" name="圆角矩形 5"/>
          <p:cNvSpPr/>
          <p:nvPr/>
        </p:nvSpPr>
        <p:spPr>
          <a:xfrm>
            <a:off x="5703125" y="3423592"/>
            <a:ext cx="482674" cy="479718"/>
          </a:xfrm>
          <a:prstGeom prst="round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dirty="0"/>
              <a:t>3</a:t>
            </a:r>
            <a:endParaRPr kumimoji="1" lang="zh-CN" altLang="en-US" dirty="0"/>
          </a:p>
        </p:txBody>
      </p:sp>
      <p:sp>
        <p:nvSpPr>
          <p:cNvPr id="7" name="圆角矩形 6"/>
          <p:cNvSpPr/>
          <p:nvPr/>
        </p:nvSpPr>
        <p:spPr>
          <a:xfrm>
            <a:off x="5703126" y="4204884"/>
            <a:ext cx="482674" cy="479718"/>
          </a:xfrm>
          <a:prstGeom prst="round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dirty="0"/>
              <a:t>4</a:t>
            </a:r>
            <a:endParaRPr kumimoji="1" lang="zh-CN" altLang="en-US" dirty="0"/>
          </a:p>
        </p:txBody>
      </p:sp>
      <p:sp>
        <p:nvSpPr>
          <p:cNvPr id="8" name="文本框 7"/>
          <p:cNvSpPr txBox="1"/>
          <p:nvPr/>
        </p:nvSpPr>
        <p:spPr>
          <a:xfrm>
            <a:off x="6353661" y="1582117"/>
            <a:ext cx="4356379" cy="31692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250000"/>
              </a:lnSpc>
            </a:pPr>
            <a:r>
              <a:rPr lang="zh-CN" altLang="en-US" sz="2000" b="1" kern="0" noProof="1">
                <a:latin typeface="HarmonyOS Sans SC Light" panose="00000200000000000000" charset="-122"/>
                <a:ea typeface="HarmonyOS Sans SC Light" panose="00000200000000000000" charset="-122"/>
                <a:cs typeface="+mn-ea"/>
                <a:sym typeface="Arial" panose="020B0604020202090204" pitchFamily="34" charset="0"/>
              </a:rPr>
              <a:t>请编辑标题内容</a:t>
            </a:r>
            <a:endParaRPr kumimoji="0" lang="en-US" altLang="zh-CN" sz="2000" b="1" u="none" strike="noStrike" kern="0" cap="none" spc="0" normalizeH="0" baseline="0" noProof="1">
              <a:ln>
                <a:noFill/>
              </a:ln>
              <a:effectLst/>
              <a:uLnTx/>
              <a:uFillTx/>
              <a:latin typeface="HarmonyOS Sans SC Light" panose="00000200000000000000" charset="-122"/>
              <a:ea typeface="HarmonyOS Sans SC Light" panose="00000200000000000000" charset="-122"/>
              <a:cs typeface="+mn-ea"/>
              <a:sym typeface="Arial" panose="020B0604020202090204" pitchFamily="34" charset="0"/>
            </a:endParaRPr>
          </a:p>
          <a:p>
            <a:pPr>
              <a:lnSpc>
                <a:spcPct val="250000"/>
              </a:lnSpc>
            </a:pPr>
            <a:r>
              <a:rPr lang="zh-CN" altLang="en-US" sz="2000" b="1" kern="0" noProof="1">
                <a:latin typeface="HarmonyOS Sans SC Light" panose="00000200000000000000" charset="-122"/>
                <a:ea typeface="HarmonyOS Sans SC Light" panose="00000200000000000000" charset="-122"/>
                <a:cs typeface="+mn-ea"/>
                <a:sym typeface="Arial" panose="020B0604020202090204" pitchFamily="34" charset="0"/>
              </a:rPr>
              <a:t>请编辑标题内容</a:t>
            </a:r>
            <a:endParaRPr kumimoji="0" lang="en-US" altLang="zh-CN" sz="2000" b="1" u="none" strike="noStrike" kern="0" cap="none" spc="0" normalizeH="0" baseline="0" noProof="1">
              <a:ln>
                <a:noFill/>
              </a:ln>
              <a:effectLst/>
              <a:uLnTx/>
              <a:uFillTx/>
              <a:latin typeface="HarmonyOS Sans SC Light" panose="00000200000000000000" charset="-122"/>
              <a:ea typeface="HarmonyOS Sans SC Light" panose="00000200000000000000" charset="-122"/>
              <a:cs typeface="+mn-ea"/>
              <a:sym typeface="Arial" panose="020B0604020202090204" pitchFamily="34" charset="0"/>
            </a:endParaRPr>
          </a:p>
          <a:p>
            <a:pPr>
              <a:lnSpc>
                <a:spcPct val="250000"/>
              </a:lnSpc>
            </a:pPr>
            <a:r>
              <a:rPr lang="zh-CN" altLang="en-US" sz="2000" b="1" kern="0" noProof="1">
                <a:latin typeface="HarmonyOS Sans SC Light" panose="00000200000000000000" charset="-122"/>
                <a:ea typeface="HarmonyOS Sans SC Light" panose="00000200000000000000" charset="-122"/>
                <a:cs typeface="+mn-ea"/>
                <a:sym typeface="Arial" panose="020B0604020202090204" pitchFamily="34" charset="0"/>
              </a:rPr>
              <a:t>请编辑标题内容</a:t>
            </a:r>
            <a:endParaRPr kumimoji="0" lang="en-US" altLang="zh-CN" sz="2000" b="1" u="none" strike="noStrike" kern="0" cap="none" spc="0" normalizeH="0" baseline="0" noProof="1">
              <a:ln>
                <a:noFill/>
              </a:ln>
              <a:effectLst/>
              <a:uLnTx/>
              <a:uFillTx/>
              <a:latin typeface="HarmonyOS Sans SC Light" panose="00000200000000000000" charset="-122"/>
              <a:ea typeface="HarmonyOS Sans SC Light" panose="00000200000000000000" charset="-122"/>
              <a:cs typeface="+mn-ea"/>
              <a:sym typeface="Arial" panose="020B0604020202090204" pitchFamily="34" charset="0"/>
            </a:endParaRPr>
          </a:p>
          <a:p>
            <a:pPr>
              <a:lnSpc>
                <a:spcPct val="250000"/>
              </a:lnSpc>
            </a:pPr>
            <a:r>
              <a:rPr lang="zh-CN" altLang="en-US" sz="2000" b="1" kern="0" noProof="1">
                <a:latin typeface="HarmonyOS Sans SC Light" panose="00000200000000000000" charset="-122"/>
                <a:ea typeface="HarmonyOS Sans SC Light" panose="00000200000000000000" charset="-122"/>
                <a:cs typeface="+mn-ea"/>
                <a:sym typeface="Arial" panose="020B0604020202090204" pitchFamily="34" charset="0"/>
              </a:rPr>
              <a:t>请编辑标题内容</a:t>
            </a:r>
            <a:endParaRPr kumimoji="0" lang="en-US" altLang="zh-CN" sz="2000" b="1" u="none" strike="noStrike" kern="0" cap="none" spc="0" normalizeH="0" baseline="0" noProof="1">
              <a:ln>
                <a:noFill/>
              </a:ln>
              <a:effectLst/>
              <a:uLnTx/>
              <a:uFillTx/>
              <a:latin typeface="HarmonyOS Sans SC Light" panose="00000200000000000000" charset="-122"/>
              <a:ea typeface="HarmonyOS Sans SC Light" panose="00000200000000000000" charset="-122"/>
              <a:cs typeface="+mn-ea"/>
              <a:sym typeface="Arial" panose="020B0604020202090204" pitchFamily="34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>
            <a:extLst>
              <a:ext uri="{FF2B5EF4-FFF2-40B4-BE49-F238E27FC236}">
                <a16:creationId xmlns:a16="http://schemas.microsoft.com/office/drawing/2014/main" id="{7A2AF1E0-1541-65E0-A4A5-1A1B9C5D2CEA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7DD45B79-4009-4B13-FFD0-4E948C55BA22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9E6C8A94-9E17-05BF-0CE6-61F696A8D90B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0AF8F5A6-3AB0-BF38-CE0B-A9958B37B30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417003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ctrTitle"/>
          </p:nvPr>
        </p:nvSpPr>
        <p:spPr>
          <a:xfrm>
            <a:off x="1400810" y="1181100"/>
            <a:ext cx="9320530" cy="2075180"/>
          </a:xfrm>
        </p:spPr>
        <p:txBody>
          <a:bodyPr/>
          <a:lstStyle/>
          <a:p>
            <a:r>
              <a:t>和君同行</a:t>
            </a:r>
            <a:r>
              <a:rPr lang="en-US"/>
              <a:t>  </a:t>
            </a:r>
            <a:r>
              <a:t>共奔前程</a:t>
            </a:r>
          </a:p>
        </p:txBody>
      </p: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heme/theme1.xml><?xml version="1.0" encoding="utf-8"?>
<a:theme xmlns:a="http://schemas.openxmlformats.org/drawingml/2006/main" name="Office 主题​​">
  <a:themeElements>
    <a:clrScheme name="和君红ppt配色">
      <a:dk1>
        <a:srgbClr val="313131"/>
      </a:dk1>
      <a:lt1>
        <a:srgbClr val="FCFFFD"/>
      </a:lt1>
      <a:dk2>
        <a:srgbClr val="A02D1D"/>
      </a:dk2>
      <a:lt2>
        <a:srgbClr val="F9FAFF"/>
      </a:lt2>
      <a:accent1>
        <a:srgbClr val="D9D9D9"/>
      </a:accent1>
      <a:accent2>
        <a:srgbClr val="DDC8B5"/>
      </a:accent2>
      <a:accent3>
        <a:srgbClr val="B33734"/>
      </a:accent3>
      <a:accent4>
        <a:srgbClr val="DBB451"/>
      </a:accent4>
      <a:accent5>
        <a:srgbClr val="77BAAE"/>
      </a:accent5>
      <a:accent6>
        <a:srgbClr val="5770AA"/>
      </a:accent6>
      <a:hlink>
        <a:srgbClr val="6C6C6B"/>
      </a:hlink>
      <a:folHlink>
        <a:srgbClr val="9C9C9C"/>
      </a:folHlink>
    </a:clrScheme>
    <a:fontScheme name="Calibri">
      <a:majorFont>
        <a:latin typeface="Calibri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宋体"/>
        <a:ea typeface=""/>
        <a:cs typeface=""/>
        <a:font script="Jpan" typeface="游ゴシック Light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宋体"/>
        <a:ea typeface=""/>
        <a:cs typeface=""/>
        <a:font script="Jpan" typeface="游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</TotalTime>
  <Words>23</Words>
  <Application>Microsoft Macintosh PowerPoint</Application>
  <PresentationFormat>宽屏</PresentationFormat>
  <Paragraphs>10</Paragraphs>
  <Slides>5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5</vt:i4>
      </vt:variant>
    </vt:vector>
  </HeadingPairs>
  <TitlesOfParts>
    <vt:vector size="13" baseType="lpstr">
      <vt:lpstr>Arial</vt:lpstr>
      <vt:lpstr>HarmonyOS Sans SC Regular</vt:lpstr>
      <vt:lpstr>HarmonyOS Sans SC Light</vt:lpstr>
      <vt:lpstr>Calibri</vt:lpstr>
      <vt:lpstr>HarmonyOS Sans</vt:lpstr>
      <vt:lpstr>宋体</vt:lpstr>
      <vt:lpstr>HarmonyOS Sans SC Bold</vt:lpstr>
      <vt:lpstr>Office 主题​​</vt:lpstr>
      <vt:lpstr>PowerPoint 演示文稿</vt:lpstr>
      <vt:lpstr>PowerPoint 演示文稿</vt:lpstr>
      <vt:lpstr>PowerPoint 演示文稿</vt:lpstr>
      <vt:lpstr>PowerPoint 演示文稿</vt:lpstr>
      <vt:lpstr>和君同行  共奔前程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Hejun-ZXB</dc:creator>
  <cp:lastModifiedBy>Microsoft Office User</cp:lastModifiedBy>
  <cp:revision>120</cp:revision>
  <dcterms:created xsi:type="dcterms:W3CDTF">2026-02-04T09:24:10Z</dcterms:created>
  <dcterms:modified xsi:type="dcterms:W3CDTF">2026-02-04T09:31:35Z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2052-12.1.24031.24031</vt:lpwstr>
  </property>
  <property fmtid="{D5CDD505-2E9C-101B-9397-08002B2CF9AE}" pid="3" name="ICV">
    <vt:lpwstr>C60C77C28931CC498BD17269AA2439FB_43</vt:lpwstr>
  </property>
</Properties>
</file>